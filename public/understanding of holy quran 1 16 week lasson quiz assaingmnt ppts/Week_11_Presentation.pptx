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>
              <a:defRPr sz="6000" b="1">
                <a:solidFill>
                  <a:srgbClr val="006633"/>
                </a:solidFill>
              </a:defRPr>
            </a:pPr>
            <a:r>
              <a:rPr lang="ur-PK" sz="4000">
                <a:solidFill>
                  <a:schemeClr val="tx2"/>
                </a:solidFill>
              </a:rPr>
              <a:t>معلم القرآن - ہفتہ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>
              <a:defRPr sz="3600"/>
            </a:pPr>
            <a:r>
              <a:rPr lang="ur-PK" sz="2000">
                <a:solidFill>
                  <a:schemeClr val="tx2"/>
                </a:solidFill>
              </a:rPr>
              <a:t>یونٹ 2، سبق 19 - اسم تفضیل</a:t>
            </a:r>
          </a:p>
        </p:txBody>
      </p:sp>
      <p:pic>
        <p:nvPicPr>
          <p:cNvPr id="7" name="Graphic 6" descr="Water">
            <a:extLst>
              <a:ext uri="{FF2B5EF4-FFF2-40B4-BE49-F238E27FC236}">
                <a16:creationId xmlns:a16="http://schemas.microsoft.com/office/drawing/2014/main" id="{6AAFD0DB-53F9-75A2-0993-3BC10F533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ہفتہ وار اہداف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179226" y="2890979"/>
            <a:ext cx="9833548" cy="2693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r>
              <a:rPr lang="en-US">
                <a:solidFill>
                  <a:schemeClr val="tx2"/>
                </a:solidFill>
              </a:rPr>
              <a:t>• اسم تفضیل کے ذریعے زیادہ یا سب سے زیادہ کے معنی سمجھنا۔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نئے الفاظ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179226" y="2890979"/>
            <a:ext cx="9833548" cy="2693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كَبِير → أَكْبَر : بڑا → سب سے بڑا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رَحِيم → أَرْحَم : رحم کرنے والا → سب سے زیادہ رحم کرنے والا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6" y="643467"/>
            <a:ext cx="39415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معلم القرآن - ہفتہ 11</vt:lpstr>
      <vt:lpstr>ہفتہ وار اہداف</vt:lpstr>
      <vt:lpstr>نئے الفاظ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Zahoor Ahmed</cp:lastModifiedBy>
  <cp:revision>2</cp:revision>
  <dcterms:created xsi:type="dcterms:W3CDTF">2013-01-27T09:14:16Z</dcterms:created>
  <dcterms:modified xsi:type="dcterms:W3CDTF">2026-09-12T08:00:41Z</dcterms:modified>
  <cp:category/>
</cp:coreProperties>
</file>