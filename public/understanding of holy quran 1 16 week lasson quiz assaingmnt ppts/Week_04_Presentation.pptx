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1، سبق 7-8 - اسماء اور ناموں کی پہچان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0405EB1D-18B2-AE0E-4DCD-C77F433BC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اسماء، صفات اور قرآنی ناموں کے بنیادی معنی سیکھنا۔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632812" y="1032987"/>
            <a:ext cx="4919108" cy="479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 sz="2000">
                <a:solidFill>
                  <a:schemeClr val="tx2"/>
                </a:solidFill>
              </a:rPr>
              <a:t>• الْفَقِير : محتاج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 sz="2000">
                <a:solidFill>
                  <a:schemeClr val="tx2"/>
                </a:solidFill>
              </a:rPr>
              <a:t>• الْغَنِيّ : بے نیاز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 sz="2000">
                <a:solidFill>
                  <a:schemeClr val="tx2"/>
                </a:solidFill>
              </a:rPr>
              <a:t>• آدَم : آدم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 sz="2000">
                <a:solidFill>
                  <a:schemeClr val="tx2"/>
                </a:solidFill>
              </a:rPr>
              <a:t>• عِيسَى : عیسیٰ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4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2026-09-12T07:55:51Z</dcterms:modified>
  <cp:category/>
</cp:coreProperties>
</file>