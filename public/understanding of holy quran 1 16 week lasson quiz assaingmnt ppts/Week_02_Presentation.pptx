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>
              <a:defRPr sz="6000" b="1">
                <a:solidFill>
                  <a:srgbClr val="006633"/>
                </a:solidFill>
              </a:defRPr>
            </a:pPr>
            <a:r>
              <a:rPr lang="ur-PK" sz="4000">
                <a:solidFill>
                  <a:schemeClr val="tx2"/>
                </a:solidFill>
              </a:rPr>
              <a:t>معلم القرآن - ہفتہ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>
              <a:defRPr sz="3600"/>
            </a:pPr>
            <a:r>
              <a:rPr lang="ur-PK" sz="2000">
                <a:solidFill>
                  <a:schemeClr val="tx2"/>
                </a:solidFill>
              </a:rPr>
              <a:t>یونٹ 1، سبق 3-4 - مزید قرآنی الفاظ</a:t>
            </a:r>
          </a:p>
        </p:txBody>
      </p:sp>
      <p:pic>
        <p:nvPicPr>
          <p:cNvPr id="7" name="Graphic 6" descr="Water">
            <a:extLst>
              <a:ext uri="{FF2B5EF4-FFF2-40B4-BE49-F238E27FC236}">
                <a16:creationId xmlns:a16="http://schemas.microsoft.com/office/drawing/2014/main" id="{B3438762-573E-481F-89AA-67BE2745BA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ہفتہ وار اہداف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800"/>
            </a:pPr>
            <a:r>
              <a:rPr lang="en-US">
                <a:solidFill>
                  <a:schemeClr val="tx2"/>
                </a:solidFill>
              </a:rPr>
              <a:t>• عام قرآنی الفاظ کو تلفظ، معنی اور مختصر ترکیب کے ساتھ یاد کرنا۔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>
                <a:solidFill>
                  <a:srgbClr val="006633"/>
                </a:solidFill>
              </a:defRPr>
            </a:pPr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نئے الفاظ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72200" y="804672"/>
            <a:ext cx="5221224" cy="52303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الْإِيمَان : ایمان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الْإِنْسَان : انسان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السَّمِيع : خوب سننے والا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3200"/>
            </a:pPr>
            <a:r>
              <a:rPr lang="en-US">
                <a:solidFill>
                  <a:schemeClr val="tx2"/>
                </a:solidFill>
              </a:rPr>
              <a:t>• الْبَحْر : سمندر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book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35" y="643467"/>
            <a:ext cx="3941530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</Words>
  <Application>Microsoft Office PowerPoint</Application>
  <PresentationFormat>Widescreen</PresentationFormat>
  <Paragraphs>11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معلم القرآن - ہفتہ 2</vt:lpstr>
      <vt:lpstr>ہفتہ وار اہداف</vt:lpstr>
      <vt:lpstr>نئے الفاظ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Zahoor Ahmed</cp:lastModifiedBy>
  <cp:revision>2</cp:revision>
  <dcterms:created xsi:type="dcterms:W3CDTF">2013-01-27T09:14:16Z</dcterms:created>
  <dcterms:modified xsi:type="dcterms:W3CDTF">2026-09-12T07:54:21Z</dcterms:modified>
  <cp:category/>
</cp:coreProperties>
</file>