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>
              <a:defRPr sz="6000" b="1">
                <a:solidFill>
                  <a:srgbClr val="006633"/>
                </a:solidFill>
              </a:defRPr>
            </a:pPr>
            <a:r>
              <a:rPr lang="ur-PK" sz="4000">
                <a:solidFill>
                  <a:schemeClr val="tx2"/>
                </a:solidFill>
              </a:rPr>
              <a:t>معلم القرآن - ہفتہ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>
              <a:defRPr sz="3600"/>
            </a:pPr>
            <a:r>
              <a:rPr lang="ur-PK" sz="2000">
                <a:solidFill>
                  <a:schemeClr val="tx2"/>
                </a:solidFill>
              </a:rPr>
              <a:t>یونٹ 1، سبق 9-10 - الفاظ کی تکرار اور ترجمہ</a:t>
            </a:r>
          </a:p>
        </p:txBody>
      </p:sp>
      <p:pic>
        <p:nvPicPr>
          <p:cNvPr id="7" name="Graphic 6" descr="Water">
            <a:extLst>
              <a:ext uri="{FF2B5EF4-FFF2-40B4-BE49-F238E27FC236}">
                <a16:creationId xmlns:a16="http://schemas.microsoft.com/office/drawing/2014/main" id="{90004747-75D0-EB02-5872-7BEC46DC7A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ہفتہ وار اہداف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r>
              <a:rPr lang="en-US">
                <a:solidFill>
                  <a:schemeClr val="tx2"/>
                </a:solidFill>
              </a:rPr>
              <a:t>• الفاظ کو قرآنی ترکیبات میں پہچان کر لفظی ترجمہ کرنا۔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نئے الفاظ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الْمَغْفِرَة : بخشش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الرَّحْمَة : رحمت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الْهُدَى : ہدایت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الْعَذَاب : عذاب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معلم القرآن - ہفتہ 5</vt:lpstr>
      <vt:lpstr>ہفتہ وار اہداف</vt:lpstr>
      <vt:lpstr>نئے الفاظ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Zahoor Ahmed</cp:lastModifiedBy>
  <cp:revision>2</cp:revision>
  <dcterms:created xsi:type="dcterms:W3CDTF">2013-01-27T09:14:16Z</dcterms:created>
  <dcterms:modified xsi:type="dcterms:W3CDTF">2026-09-12T07:56:27Z</dcterms:modified>
  <cp:category/>
</cp:coreProperties>
</file>