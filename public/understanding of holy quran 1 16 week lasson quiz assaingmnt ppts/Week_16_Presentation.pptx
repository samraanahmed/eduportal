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pPr>
              <a:defRPr sz="6000" b="1">
                <a:solidFill>
                  <a:srgbClr val="006633"/>
                </a:solidFill>
              </a:defRPr>
            </a:pPr>
            <a:r>
              <a:rPr lang="ur-PK" sz="5200">
                <a:solidFill>
                  <a:schemeClr val="tx2"/>
                </a:solidFill>
              </a:rPr>
              <a:t>معلم القرآن - ہفتہ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3600"/>
            </a:pPr>
            <a:r>
              <a:rPr lang="ur-PK" sz="2800">
                <a:solidFill>
                  <a:schemeClr val="tx2"/>
                </a:solidFill>
              </a:rPr>
              <a:t>یونٹ 3، سبق 7-9 - اسم فاعل اور جامع اعادہ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اسم فاعل کے ذریعے کرنے والے کا مفہوم پہچاننا اور تمام قواعد کا اعادہ کرنا۔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3329677"/>
            <a:ext cx="9833548" cy="24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خَالِق : پیدا کرنے والا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رَازِق : رزق دینے والا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حَافِظ : حفاظت کرنے والا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مُسْلِم : اسلام لانے والا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معلم القرآن - ہفتہ 16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2026-09-12T08:04:06Z</dcterms:modified>
  <cp:category/>
</cp:coreProperties>
</file>