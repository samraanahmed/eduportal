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CF3D01-6FCD-478A-B979-DFEB87FFE82F}" type="doc">
      <dgm:prSet loTypeId="urn:microsoft.com/office/officeart/2005/8/layout/hierarchy1" loCatId="hierarchy" qsTypeId="urn:microsoft.com/office/officeart/2005/8/quickstyle/simple1#1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3395538B-FEDF-45AD-99C0-05D13EDC4F11}">
      <dgm:prSet/>
      <dgm:spPr/>
      <dgm:t>
        <a:bodyPr/>
        <a:lstStyle/>
        <a:p>
          <a:r>
            <a:rPr lang="en-US"/>
            <a:t>• الْكِتَابُ وَالْقَلَمُ : کتاب اور قلم</a:t>
          </a:r>
        </a:p>
      </dgm:t>
    </dgm:pt>
    <dgm:pt modelId="{3F46AB2A-280C-4451-B454-BC0FA6AFA365}" type="parTrans" cxnId="{87B70811-5D8E-4A6F-AD66-1D23ACF2FC8F}">
      <dgm:prSet/>
      <dgm:spPr/>
      <dgm:t>
        <a:bodyPr/>
        <a:lstStyle/>
        <a:p>
          <a:endParaRPr lang="en-US"/>
        </a:p>
      </dgm:t>
    </dgm:pt>
    <dgm:pt modelId="{B489E8E1-0AF1-4E92-AE7C-EC320789117D}" type="sibTrans" cxnId="{87B70811-5D8E-4A6F-AD66-1D23ACF2FC8F}">
      <dgm:prSet/>
      <dgm:spPr/>
      <dgm:t>
        <a:bodyPr/>
        <a:lstStyle/>
        <a:p>
          <a:endParaRPr lang="en-US"/>
        </a:p>
      </dgm:t>
    </dgm:pt>
    <dgm:pt modelId="{7B881216-B0F1-4C36-BDC3-913D8A5150FA}">
      <dgm:prSet/>
      <dgm:spPr/>
      <dgm:t>
        <a:bodyPr/>
        <a:lstStyle/>
        <a:p>
          <a:r>
            <a:rPr lang="en-US"/>
            <a:t>• الشَّرْقُ وَالْمَغْرِبُ : مشرق اور مغرب</a:t>
          </a:r>
        </a:p>
      </dgm:t>
    </dgm:pt>
    <dgm:pt modelId="{B70FF020-5044-4A41-8AF6-AC77E8068B67}" type="parTrans" cxnId="{C37D056D-5486-4FAE-BD5C-99B3062BD4AB}">
      <dgm:prSet/>
      <dgm:spPr/>
      <dgm:t>
        <a:bodyPr/>
        <a:lstStyle/>
        <a:p>
          <a:endParaRPr lang="en-US"/>
        </a:p>
      </dgm:t>
    </dgm:pt>
    <dgm:pt modelId="{384904CF-AAF6-46B9-B005-FC1570D96F2B}" type="sibTrans" cxnId="{C37D056D-5486-4FAE-BD5C-99B3062BD4AB}">
      <dgm:prSet/>
      <dgm:spPr/>
      <dgm:t>
        <a:bodyPr/>
        <a:lstStyle/>
        <a:p>
          <a:endParaRPr lang="en-US"/>
        </a:p>
      </dgm:t>
    </dgm:pt>
    <dgm:pt modelId="{E6361585-0187-4BAF-B7B2-A5AAB43CD654}" type="pres">
      <dgm:prSet presAssocID="{38CF3D01-6FCD-478A-B979-DFEB87FFE82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C0F7BBD-4B88-4D8C-A898-D5FC45C43003}" type="pres">
      <dgm:prSet presAssocID="{3395538B-FEDF-45AD-99C0-05D13EDC4F11}" presName="hierRoot1" presStyleCnt="0"/>
      <dgm:spPr/>
    </dgm:pt>
    <dgm:pt modelId="{5F39CA0E-B81E-4B62-8591-4A7B7D32F0E0}" type="pres">
      <dgm:prSet presAssocID="{3395538B-FEDF-45AD-99C0-05D13EDC4F11}" presName="composite" presStyleCnt="0"/>
      <dgm:spPr/>
    </dgm:pt>
    <dgm:pt modelId="{DC1B9656-21F2-4DA6-A00A-A6CDA4272DB6}" type="pres">
      <dgm:prSet presAssocID="{3395538B-FEDF-45AD-99C0-05D13EDC4F11}" presName="background" presStyleLbl="node0" presStyleIdx="0" presStyleCnt="2"/>
      <dgm:spPr/>
    </dgm:pt>
    <dgm:pt modelId="{266EC092-7976-42EF-8473-BD6686E9C0C0}" type="pres">
      <dgm:prSet presAssocID="{3395538B-FEDF-45AD-99C0-05D13EDC4F11}" presName="text" presStyleLbl="fgAcc0" presStyleIdx="0" presStyleCnt="2">
        <dgm:presLayoutVars>
          <dgm:chPref val="3"/>
        </dgm:presLayoutVars>
      </dgm:prSet>
      <dgm:spPr/>
    </dgm:pt>
    <dgm:pt modelId="{2B653BF9-A536-48F0-B4C2-DDCBF5786A7B}" type="pres">
      <dgm:prSet presAssocID="{3395538B-FEDF-45AD-99C0-05D13EDC4F11}" presName="hierChild2" presStyleCnt="0"/>
      <dgm:spPr/>
    </dgm:pt>
    <dgm:pt modelId="{E7CF1931-C2E9-4B72-B69A-46E1BA4B4BC0}" type="pres">
      <dgm:prSet presAssocID="{7B881216-B0F1-4C36-BDC3-913D8A5150FA}" presName="hierRoot1" presStyleCnt="0"/>
      <dgm:spPr/>
    </dgm:pt>
    <dgm:pt modelId="{C0BC05D6-7AED-4DA9-AF26-DB6790A88432}" type="pres">
      <dgm:prSet presAssocID="{7B881216-B0F1-4C36-BDC3-913D8A5150FA}" presName="composite" presStyleCnt="0"/>
      <dgm:spPr/>
    </dgm:pt>
    <dgm:pt modelId="{FD37E95B-DEC3-45E7-A1A5-A91137987030}" type="pres">
      <dgm:prSet presAssocID="{7B881216-B0F1-4C36-BDC3-913D8A5150FA}" presName="background" presStyleLbl="node0" presStyleIdx="1" presStyleCnt="2"/>
      <dgm:spPr/>
    </dgm:pt>
    <dgm:pt modelId="{D3791FA4-1AB7-49DE-A616-AC97CA7821EF}" type="pres">
      <dgm:prSet presAssocID="{7B881216-B0F1-4C36-BDC3-913D8A5150FA}" presName="text" presStyleLbl="fgAcc0" presStyleIdx="1" presStyleCnt="2">
        <dgm:presLayoutVars>
          <dgm:chPref val="3"/>
        </dgm:presLayoutVars>
      </dgm:prSet>
      <dgm:spPr/>
    </dgm:pt>
    <dgm:pt modelId="{AAD8EA2A-A404-4555-B5DC-11D1940E11B6}" type="pres">
      <dgm:prSet presAssocID="{7B881216-B0F1-4C36-BDC3-913D8A5150FA}" presName="hierChild2" presStyleCnt="0"/>
      <dgm:spPr/>
    </dgm:pt>
  </dgm:ptLst>
  <dgm:cxnLst>
    <dgm:cxn modelId="{87B70811-5D8E-4A6F-AD66-1D23ACF2FC8F}" srcId="{38CF3D01-6FCD-478A-B979-DFEB87FFE82F}" destId="{3395538B-FEDF-45AD-99C0-05D13EDC4F11}" srcOrd="0" destOrd="0" parTransId="{3F46AB2A-280C-4451-B454-BC0FA6AFA365}" sibTransId="{B489E8E1-0AF1-4E92-AE7C-EC320789117D}"/>
    <dgm:cxn modelId="{9958092C-0504-4254-BF25-913F29E299D9}" type="presOf" srcId="{38CF3D01-6FCD-478A-B979-DFEB87FFE82F}" destId="{E6361585-0187-4BAF-B7B2-A5AAB43CD654}" srcOrd="0" destOrd="0" presId="urn:microsoft.com/office/officeart/2005/8/layout/hierarchy1"/>
    <dgm:cxn modelId="{9C72236B-508A-4313-AA3D-C1C01F997EE9}" type="presOf" srcId="{3395538B-FEDF-45AD-99C0-05D13EDC4F11}" destId="{266EC092-7976-42EF-8473-BD6686E9C0C0}" srcOrd="0" destOrd="0" presId="urn:microsoft.com/office/officeart/2005/8/layout/hierarchy1"/>
    <dgm:cxn modelId="{C37D056D-5486-4FAE-BD5C-99B3062BD4AB}" srcId="{38CF3D01-6FCD-478A-B979-DFEB87FFE82F}" destId="{7B881216-B0F1-4C36-BDC3-913D8A5150FA}" srcOrd="1" destOrd="0" parTransId="{B70FF020-5044-4A41-8AF6-AC77E8068B67}" sibTransId="{384904CF-AAF6-46B9-B005-FC1570D96F2B}"/>
    <dgm:cxn modelId="{87267B89-BE2C-49EB-9C28-0CC375FA27E7}" type="presOf" srcId="{7B881216-B0F1-4C36-BDC3-913D8A5150FA}" destId="{D3791FA4-1AB7-49DE-A616-AC97CA7821EF}" srcOrd="0" destOrd="0" presId="urn:microsoft.com/office/officeart/2005/8/layout/hierarchy1"/>
    <dgm:cxn modelId="{71639F09-2A9D-4703-8976-DB72580FFAC6}" type="presParOf" srcId="{E6361585-0187-4BAF-B7B2-A5AAB43CD654}" destId="{BC0F7BBD-4B88-4D8C-A898-D5FC45C43003}" srcOrd="0" destOrd="0" presId="urn:microsoft.com/office/officeart/2005/8/layout/hierarchy1"/>
    <dgm:cxn modelId="{5538727F-2064-4727-91C2-3F1D527F8344}" type="presParOf" srcId="{BC0F7BBD-4B88-4D8C-A898-D5FC45C43003}" destId="{5F39CA0E-B81E-4B62-8591-4A7B7D32F0E0}" srcOrd="0" destOrd="0" presId="urn:microsoft.com/office/officeart/2005/8/layout/hierarchy1"/>
    <dgm:cxn modelId="{F11BFCE1-BFF4-44E3-B346-9059B6BD6762}" type="presParOf" srcId="{5F39CA0E-B81E-4B62-8591-4A7B7D32F0E0}" destId="{DC1B9656-21F2-4DA6-A00A-A6CDA4272DB6}" srcOrd="0" destOrd="0" presId="urn:microsoft.com/office/officeart/2005/8/layout/hierarchy1"/>
    <dgm:cxn modelId="{2768F08D-40DF-4750-A3C7-54543EDB5FE4}" type="presParOf" srcId="{5F39CA0E-B81E-4B62-8591-4A7B7D32F0E0}" destId="{266EC092-7976-42EF-8473-BD6686E9C0C0}" srcOrd="1" destOrd="0" presId="urn:microsoft.com/office/officeart/2005/8/layout/hierarchy1"/>
    <dgm:cxn modelId="{8733F97D-3A8D-4463-974B-C62BE04DD36B}" type="presParOf" srcId="{BC0F7BBD-4B88-4D8C-A898-D5FC45C43003}" destId="{2B653BF9-A536-48F0-B4C2-DDCBF5786A7B}" srcOrd="1" destOrd="0" presId="urn:microsoft.com/office/officeart/2005/8/layout/hierarchy1"/>
    <dgm:cxn modelId="{3AD4D763-4A54-4DB8-A14E-452F79BD65C4}" type="presParOf" srcId="{E6361585-0187-4BAF-B7B2-A5AAB43CD654}" destId="{E7CF1931-C2E9-4B72-B69A-46E1BA4B4BC0}" srcOrd="1" destOrd="0" presId="urn:microsoft.com/office/officeart/2005/8/layout/hierarchy1"/>
    <dgm:cxn modelId="{2BFF8002-87A5-4DE1-B21C-727F77951AF0}" type="presParOf" srcId="{E7CF1931-C2E9-4B72-B69A-46E1BA4B4BC0}" destId="{C0BC05D6-7AED-4DA9-AF26-DB6790A88432}" srcOrd="0" destOrd="0" presId="urn:microsoft.com/office/officeart/2005/8/layout/hierarchy1"/>
    <dgm:cxn modelId="{09FCC0E6-F05A-4C5A-AD81-D342494550E4}" type="presParOf" srcId="{C0BC05D6-7AED-4DA9-AF26-DB6790A88432}" destId="{FD37E95B-DEC3-45E7-A1A5-A91137987030}" srcOrd="0" destOrd="0" presId="urn:microsoft.com/office/officeart/2005/8/layout/hierarchy1"/>
    <dgm:cxn modelId="{39A49D49-1581-46EC-A140-97A41C419750}" type="presParOf" srcId="{C0BC05D6-7AED-4DA9-AF26-DB6790A88432}" destId="{D3791FA4-1AB7-49DE-A616-AC97CA7821EF}" srcOrd="1" destOrd="0" presId="urn:microsoft.com/office/officeart/2005/8/layout/hierarchy1"/>
    <dgm:cxn modelId="{BEDCA3BE-7F82-4BFA-9EDE-D9238C15FDE2}" type="presParOf" srcId="{E7CF1931-C2E9-4B72-B69A-46E1BA4B4BC0}" destId="{AAD8EA2A-A404-4555-B5DC-11D1940E11B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1B9656-21F2-4DA6-A00A-A6CDA4272DB6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EC092-7976-42EF-8473-BD6686E9C0C0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• الْكِتَابُ وَالْقَلَمُ : کتاب اور قلم</a:t>
          </a:r>
        </a:p>
      </dsp:txBody>
      <dsp:txXfrm>
        <a:off x="608661" y="692298"/>
        <a:ext cx="4508047" cy="2799040"/>
      </dsp:txXfrm>
    </dsp:sp>
    <dsp:sp modelId="{FD37E95B-DEC3-45E7-A1A5-A91137987030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91FA4-1AB7-49DE-A616-AC97CA7821E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/>
            <a:t>• الشَّرْقُ وَالْمَغْرِبُ : مشرق اور مغرب</a:t>
          </a:r>
        </a:p>
      </dsp:txBody>
      <dsp:txXfrm>
        <a:off x="6331365" y="6922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1، سبق 11-12 - واؤ عاطفہ</a:t>
            </a:r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C789252D-C0AE-62D7-E930-997290C140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واؤ عاطفہ کے ذریعے دو الفاظ یا باتوں کے باہمی تعلق کو سمجھنا۔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60D5829-3B1E-CED9-5836-7A90E196FD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67012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معلم القرآن - ہفتہ 6</vt:lpstr>
      <vt:lpstr>ہفتہ وار اہداف</vt:lpstr>
      <vt:lpstr>نئے الفاظ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2026-09-12T07:57:02Z</dcterms:modified>
  <cp:category/>
</cp:coreProperties>
</file>