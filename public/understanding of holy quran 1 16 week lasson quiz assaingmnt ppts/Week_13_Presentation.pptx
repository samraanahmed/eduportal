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3، سبق 1-2 - صفت اور موصوف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EFFD6268-CB80-7E25-2819-FAD423D95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صفت و موصوف کے باہمی تعلق کو پہچان کر ترجمہ کرنا۔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عَذَابٌ عَظِيمٌ : بڑا عذاب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شَيْءٌ عَظِيمٌ : بڑی چیز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ظُلْمٌ عَظِيمٌ : بڑا ظلم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معلم القرآن - ہفتہ 13</vt:lpstr>
      <vt:lpstr>ہفتہ وار اہداف</vt:lpstr>
      <vt:lpstr>نئے الفاظ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2026-09-12T08:01:42Z</dcterms:modified>
  <cp:category/>
</cp:coreProperties>
</file>