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>
              <a:defRPr sz="6000" b="1">
                <a:solidFill>
                  <a:srgbClr val="006633"/>
                </a:solidFill>
              </a:defRPr>
            </a:pPr>
            <a:r>
              <a:rPr lang="ur-PK" sz="4000">
                <a:solidFill>
                  <a:schemeClr val="tx2"/>
                </a:solidFill>
              </a:rPr>
              <a:t>معلم القرآن - ہفتہ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>
              <a:defRPr sz="3600"/>
            </a:pPr>
            <a:r>
              <a:rPr lang="ur-PK" sz="2000">
                <a:solidFill>
                  <a:schemeClr val="tx2"/>
                </a:solidFill>
              </a:rPr>
              <a:t>یونٹ 1، سبق 5-6 - کثیر استعمال قرآنی الفاظ</a:t>
            </a:r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35B7DD12-80A2-9842-B850-41617EF0B9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ہفتہ وار اہداف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72200" y="804672"/>
            <a:ext cx="5221224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/>
            </a:pPr>
            <a:r>
              <a:rPr lang="en-US">
                <a:solidFill>
                  <a:schemeClr val="tx2"/>
                </a:solidFill>
              </a:rPr>
              <a:t>• بار بار آنے والے اسماء کو قرآنی سیاق میں سمجھنا۔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نئے الفاظ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72200" y="804672"/>
            <a:ext cx="5221224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الْحُقُوق : حقوق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الْعِبَادَة : عبادت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الْقِيَامَة : قیامت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الْعَاقِبَة : انجام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معلم القرآن - ہفتہ 3</vt:lpstr>
      <vt:lpstr>ہفتہ وار اہداف</vt:lpstr>
      <vt:lpstr>نئے الفاظ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Zahoor Ahmed</cp:lastModifiedBy>
  <cp:revision>2</cp:revision>
  <dcterms:created xsi:type="dcterms:W3CDTF">2013-01-27T09:14:16Z</dcterms:created>
  <dcterms:modified xsi:type="dcterms:W3CDTF">2026-09-12T07:55:08Z</dcterms:modified>
  <cp:category/>
</cp:coreProperties>
</file>