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2، سبق 16-17 - مؤنث اور هٰذِهِ، تِلْكَ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CC26F66C-F8E0-EB21-64FA-1067C558A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مؤنث اسماء اور ان کے ساتھ ہٰذِهِ اور تِلْكَ کی پہچان کرنا۔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هٰذِهِ آيَة : یہ آیت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هٰذِهِ سُورَة : یہ سورت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تِلْكَ نِعْمَة : وہ نعمت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9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2026-09-12T07:59:20Z</dcterms:modified>
  <cp:category/>
</cp:coreProperties>
</file>