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3، سبق 5-6 - اضافت اور حروف جر</a:t>
            </a:r>
          </a:p>
        </p:txBody>
      </p:sp>
      <p:pic>
        <p:nvPicPr>
          <p:cNvPr id="7" name="Graphic 6" descr="Eraser">
            <a:extLst>
              <a:ext uri="{FF2B5EF4-FFF2-40B4-BE49-F238E27FC236}">
                <a16:creationId xmlns:a16="http://schemas.microsoft.com/office/drawing/2014/main" id="{F580257E-9650-1E58-98ED-0EA2903659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اضافت اور حروف جر کی قرآنی ترکیبات کو سمجھنا۔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79226" y="2890979"/>
            <a:ext cx="9833548" cy="2693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كِتَابُ اللّٰهِ : اللہ کی کتاب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فَضْلُ اللّٰهِ : اللہ کا فضل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فِي كِتَابِ اللّٰهِ : اللہ کی کتاب میں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6" y="643467"/>
            <a:ext cx="3941528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ook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293" y="182880"/>
            <a:ext cx="4587109" cy="6492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15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2026-09-12T08:03:08Z</dcterms:modified>
  <cp:category/>
</cp:coreProperties>
</file>