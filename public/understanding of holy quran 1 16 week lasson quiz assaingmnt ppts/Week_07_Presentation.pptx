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72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280C98E-A1A3-444B-9384-7B308C3B2FCE}" type="doc">
      <dgm:prSet loTypeId="urn:microsoft.com/office/officeart/2005/8/layout/hierarchy1" loCatId="hierarchy" qsTypeId="urn:microsoft.com/office/officeart/2005/8/quickstyle/simple1#1" qsCatId="simple" csTypeId="urn:microsoft.com/office/officeart/2005/8/colors/accent1_2#1" csCatId="accent1"/>
      <dgm:spPr/>
      <dgm:t>
        <a:bodyPr/>
        <a:lstStyle/>
        <a:p>
          <a:endParaRPr lang="en-US"/>
        </a:p>
      </dgm:t>
    </dgm:pt>
    <dgm:pt modelId="{84965E40-0A75-4207-8963-544C8A704292}">
      <dgm:prSet/>
      <dgm:spPr/>
      <dgm:t>
        <a:bodyPr/>
        <a:lstStyle/>
        <a:p>
          <a:r>
            <a:rPr lang="en-US"/>
            <a:t>• كِتَاب → الْكِتَاب : کتاب → وہ کتاب</a:t>
          </a:r>
        </a:p>
      </dgm:t>
    </dgm:pt>
    <dgm:pt modelId="{B252FCD8-1096-4212-AF81-7942EEC4B4A8}" type="parTrans" cxnId="{29E5AE94-8E5A-4B5F-98E5-7D50D67831C3}">
      <dgm:prSet/>
      <dgm:spPr/>
      <dgm:t>
        <a:bodyPr/>
        <a:lstStyle/>
        <a:p>
          <a:endParaRPr lang="en-US"/>
        </a:p>
      </dgm:t>
    </dgm:pt>
    <dgm:pt modelId="{CD88EE79-2C92-47F1-AE2B-3E7CB68B07A1}" type="sibTrans" cxnId="{29E5AE94-8E5A-4B5F-98E5-7D50D67831C3}">
      <dgm:prSet/>
      <dgm:spPr/>
      <dgm:t>
        <a:bodyPr/>
        <a:lstStyle/>
        <a:p>
          <a:endParaRPr lang="en-US"/>
        </a:p>
      </dgm:t>
    </dgm:pt>
    <dgm:pt modelId="{4A98C760-BB69-4522-A37A-4F5F985476E8}">
      <dgm:prSet/>
      <dgm:spPr/>
      <dgm:t>
        <a:bodyPr/>
        <a:lstStyle/>
        <a:p>
          <a:r>
            <a:rPr lang="en-US"/>
            <a:t>• كَافِر → الْكَافِر : کافر → وہ کافر</a:t>
          </a:r>
        </a:p>
      </dgm:t>
    </dgm:pt>
    <dgm:pt modelId="{4FEB80F9-5F39-4774-9E94-491965B493BC}" type="parTrans" cxnId="{EA45FD6D-4BD3-4DB8-B650-B6927ABB9BB1}">
      <dgm:prSet/>
      <dgm:spPr/>
      <dgm:t>
        <a:bodyPr/>
        <a:lstStyle/>
        <a:p>
          <a:endParaRPr lang="en-US"/>
        </a:p>
      </dgm:t>
    </dgm:pt>
    <dgm:pt modelId="{7DF28977-D13C-4CD3-82FE-CBFF98869D96}" type="sibTrans" cxnId="{EA45FD6D-4BD3-4DB8-B650-B6927ABB9BB1}">
      <dgm:prSet/>
      <dgm:spPr/>
      <dgm:t>
        <a:bodyPr/>
        <a:lstStyle/>
        <a:p>
          <a:endParaRPr lang="en-US"/>
        </a:p>
      </dgm:t>
    </dgm:pt>
    <dgm:pt modelId="{D4E99AA2-31E5-4CF9-8105-7E45E4EDD64B}" type="pres">
      <dgm:prSet presAssocID="{C280C98E-A1A3-444B-9384-7B308C3B2FC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8D4F6BC-C722-44D1-B61D-7ECE9491A634}" type="pres">
      <dgm:prSet presAssocID="{84965E40-0A75-4207-8963-544C8A704292}" presName="hierRoot1" presStyleCnt="0"/>
      <dgm:spPr/>
    </dgm:pt>
    <dgm:pt modelId="{6EF08BA3-D289-46C9-B6AC-DFD8FBCF700D}" type="pres">
      <dgm:prSet presAssocID="{84965E40-0A75-4207-8963-544C8A704292}" presName="composite" presStyleCnt="0"/>
      <dgm:spPr/>
    </dgm:pt>
    <dgm:pt modelId="{D6A7C23D-E7C3-4462-9949-84546CC5CFBE}" type="pres">
      <dgm:prSet presAssocID="{84965E40-0A75-4207-8963-544C8A704292}" presName="background" presStyleLbl="node0" presStyleIdx="0" presStyleCnt="2"/>
      <dgm:spPr/>
    </dgm:pt>
    <dgm:pt modelId="{CA93A542-040E-43F2-ADC6-4A61A66BF390}" type="pres">
      <dgm:prSet presAssocID="{84965E40-0A75-4207-8963-544C8A704292}" presName="text" presStyleLbl="fgAcc0" presStyleIdx="0" presStyleCnt="2">
        <dgm:presLayoutVars>
          <dgm:chPref val="3"/>
        </dgm:presLayoutVars>
      </dgm:prSet>
      <dgm:spPr/>
    </dgm:pt>
    <dgm:pt modelId="{7E5EE6F7-C875-4A41-9872-F76AD90AF161}" type="pres">
      <dgm:prSet presAssocID="{84965E40-0A75-4207-8963-544C8A704292}" presName="hierChild2" presStyleCnt="0"/>
      <dgm:spPr/>
    </dgm:pt>
    <dgm:pt modelId="{34BE12D8-3DC9-4883-B9D9-EA7D0CE619F3}" type="pres">
      <dgm:prSet presAssocID="{4A98C760-BB69-4522-A37A-4F5F985476E8}" presName="hierRoot1" presStyleCnt="0"/>
      <dgm:spPr/>
    </dgm:pt>
    <dgm:pt modelId="{D1DD4F87-B071-4565-A438-4B33727FE572}" type="pres">
      <dgm:prSet presAssocID="{4A98C760-BB69-4522-A37A-4F5F985476E8}" presName="composite" presStyleCnt="0"/>
      <dgm:spPr/>
    </dgm:pt>
    <dgm:pt modelId="{99C304D1-6C8D-481A-8601-FABB83B360C2}" type="pres">
      <dgm:prSet presAssocID="{4A98C760-BB69-4522-A37A-4F5F985476E8}" presName="background" presStyleLbl="node0" presStyleIdx="1" presStyleCnt="2"/>
      <dgm:spPr/>
    </dgm:pt>
    <dgm:pt modelId="{F3A45ED7-328A-4DEE-B4E1-D0886227B926}" type="pres">
      <dgm:prSet presAssocID="{4A98C760-BB69-4522-A37A-4F5F985476E8}" presName="text" presStyleLbl="fgAcc0" presStyleIdx="1" presStyleCnt="2">
        <dgm:presLayoutVars>
          <dgm:chPref val="3"/>
        </dgm:presLayoutVars>
      </dgm:prSet>
      <dgm:spPr/>
    </dgm:pt>
    <dgm:pt modelId="{8C30FA4F-10B6-4A33-80F6-98961A12C137}" type="pres">
      <dgm:prSet presAssocID="{4A98C760-BB69-4522-A37A-4F5F985476E8}" presName="hierChild2" presStyleCnt="0"/>
      <dgm:spPr/>
    </dgm:pt>
  </dgm:ptLst>
  <dgm:cxnLst>
    <dgm:cxn modelId="{2EE9BF10-9406-43D5-885C-98CDCD39CBF9}" type="presOf" srcId="{4A98C760-BB69-4522-A37A-4F5F985476E8}" destId="{F3A45ED7-328A-4DEE-B4E1-D0886227B926}" srcOrd="0" destOrd="0" presId="urn:microsoft.com/office/officeart/2005/8/layout/hierarchy1"/>
    <dgm:cxn modelId="{3AF85533-4348-478B-883F-885D23273902}" type="presOf" srcId="{C280C98E-A1A3-444B-9384-7B308C3B2FCE}" destId="{D4E99AA2-31E5-4CF9-8105-7E45E4EDD64B}" srcOrd="0" destOrd="0" presId="urn:microsoft.com/office/officeart/2005/8/layout/hierarchy1"/>
    <dgm:cxn modelId="{EA45FD6D-4BD3-4DB8-B650-B6927ABB9BB1}" srcId="{C280C98E-A1A3-444B-9384-7B308C3B2FCE}" destId="{4A98C760-BB69-4522-A37A-4F5F985476E8}" srcOrd="1" destOrd="0" parTransId="{4FEB80F9-5F39-4774-9E94-491965B493BC}" sibTransId="{7DF28977-D13C-4CD3-82FE-CBFF98869D96}"/>
    <dgm:cxn modelId="{29E5AE94-8E5A-4B5F-98E5-7D50D67831C3}" srcId="{C280C98E-A1A3-444B-9384-7B308C3B2FCE}" destId="{84965E40-0A75-4207-8963-544C8A704292}" srcOrd="0" destOrd="0" parTransId="{B252FCD8-1096-4212-AF81-7942EEC4B4A8}" sibTransId="{CD88EE79-2C92-47F1-AE2B-3E7CB68B07A1}"/>
    <dgm:cxn modelId="{9EC84EA2-EED1-413C-BBD3-696FD797A07A}" type="presOf" srcId="{84965E40-0A75-4207-8963-544C8A704292}" destId="{CA93A542-040E-43F2-ADC6-4A61A66BF390}" srcOrd="0" destOrd="0" presId="urn:microsoft.com/office/officeart/2005/8/layout/hierarchy1"/>
    <dgm:cxn modelId="{8087E064-2D43-4C0F-9229-6295CE220984}" type="presParOf" srcId="{D4E99AA2-31E5-4CF9-8105-7E45E4EDD64B}" destId="{E8D4F6BC-C722-44D1-B61D-7ECE9491A634}" srcOrd="0" destOrd="0" presId="urn:microsoft.com/office/officeart/2005/8/layout/hierarchy1"/>
    <dgm:cxn modelId="{833F44D8-F228-4CFD-B84B-F3C8F5BDCB0C}" type="presParOf" srcId="{E8D4F6BC-C722-44D1-B61D-7ECE9491A634}" destId="{6EF08BA3-D289-46C9-B6AC-DFD8FBCF700D}" srcOrd="0" destOrd="0" presId="urn:microsoft.com/office/officeart/2005/8/layout/hierarchy1"/>
    <dgm:cxn modelId="{8E9728DE-C4B2-45FF-80A4-A72D15EE3726}" type="presParOf" srcId="{6EF08BA3-D289-46C9-B6AC-DFD8FBCF700D}" destId="{D6A7C23D-E7C3-4462-9949-84546CC5CFBE}" srcOrd="0" destOrd="0" presId="urn:microsoft.com/office/officeart/2005/8/layout/hierarchy1"/>
    <dgm:cxn modelId="{60F91348-ACE5-4DEB-BEE8-A0D5DEC867B9}" type="presParOf" srcId="{6EF08BA3-D289-46C9-B6AC-DFD8FBCF700D}" destId="{CA93A542-040E-43F2-ADC6-4A61A66BF390}" srcOrd="1" destOrd="0" presId="urn:microsoft.com/office/officeart/2005/8/layout/hierarchy1"/>
    <dgm:cxn modelId="{BFEF105F-9D5A-4462-A3BE-A1EC18A0E7AD}" type="presParOf" srcId="{E8D4F6BC-C722-44D1-B61D-7ECE9491A634}" destId="{7E5EE6F7-C875-4A41-9872-F76AD90AF161}" srcOrd="1" destOrd="0" presId="urn:microsoft.com/office/officeart/2005/8/layout/hierarchy1"/>
    <dgm:cxn modelId="{5F4EA87E-0F82-4CEA-ACA9-FE810ECFDCD6}" type="presParOf" srcId="{D4E99AA2-31E5-4CF9-8105-7E45E4EDD64B}" destId="{34BE12D8-3DC9-4883-B9D9-EA7D0CE619F3}" srcOrd="1" destOrd="0" presId="urn:microsoft.com/office/officeart/2005/8/layout/hierarchy1"/>
    <dgm:cxn modelId="{E21D974D-DAF6-45BE-B59B-D0392E0875A1}" type="presParOf" srcId="{34BE12D8-3DC9-4883-B9D9-EA7D0CE619F3}" destId="{D1DD4F87-B071-4565-A438-4B33727FE572}" srcOrd="0" destOrd="0" presId="urn:microsoft.com/office/officeart/2005/8/layout/hierarchy1"/>
    <dgm:cxn modelId="{E629F9F6-ABF3-4B4F-A2DC-F069AEC84F23}" type="presParOf" srcId="{D1DD4F87-B071-4565-A438-4B33727FE572}" destId="{99C304D1-6C8D-481A-8601-FABB83B360C2}" srcOrd="0" destOrd="0" presId="urn:microsoft.com/office/officeart/2005/8/layout/hierarchy1"/>
    <dgm:cxn modelId="{1F0A5E01-7B19-400C-A640-FCD03CEB3B30}" type="presParOf" srcId="{D1DD4F87-B071-4565-A438-4B33727FE572}" destId="{F3A45ED7-328A-4DEE-B4E1-D0886227B926}" srcOrd="1" destOrd="0" presId="urn:microsoft.com/office/officeart/2005/8/layout/hierarchy1"/>
    <dgm:cxn modelId="{556B2264-A578-48B1-9A95-C5EE16ACFCFA}" type="presParOf" srcId="{34BE12D8-3DC9-4883-B9D9-EA7D0CE619F3}" destId="{8C30FA4F-10B6-4A33-80F6-98961A12C13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A7C23D-E7C3-4462-9949-84546CC5CFBE}">
      <dsp:nvSpPr>
        <dsp:cNvPr id="0" name=""/>
        <dsp:cNvSpPr/>
      </dsp:nvSpPr>
      <dsp:spPr>
        <a:xfrm>
          <a:off x="1333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93A542-040E-43F2-ADC6-4A61A66BF390}">
      <dsp:nvSpPr>
        <dsp:cNvPr id="0" name=""/>
        <dsp:cNvSpPr/>
      </dsp:nvSpPr>
      <dsp:spPr>
        <a:xfrm>
          <a:off x="521579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600" kern="1200"/>
            <a:t>• كِتَاب → الْكِتَاب : کتاب → وہ کتاب</a:t>
          </a:r>
        </a:p>
      </dsp:txBody>
      <dsp:txXfrm>
        <a:off x="608661" y="692298"/>
        <a:ext cx="4508047" cy="2799040"/>
      </dsp:txXfrm>
    </dsp:sp>
    <dsp:sp modelId="{99C304D1-6C8D-481A-8601-FABB83B360C2}">
      <dsp:nvSpPr>
        <dsp:cNvPr id="0" name=""/>
        <dsp:cNvSpPr/>
      </dsp:nvSpPr>
      <dsp:spPr>
        <a:xfrm>
          <a:off x="5724037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A45ED7-328A-4DEE-B4E1-D0886227B926}">
      <dsp:nvSpPr>
        <dsp:cNvPr id="0" name=""/>
        <dsp:cNvSpPr/>
      </dsp:nvSpPr>
      <dsp:spPr>
        <a:xfrm>
          <a:off x="6244283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600" kern="1200"/>
            <a:t>• كَافِر → الْكَافِر : کافر → وہ کافر</a:t>
          </a:r>
        </a:p>
      </dsp:txBody>
      <dsp:txXfrm>
        <a:off x="6331365" y="692298"/>
        <a:ext cx="4508047" cy="27990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>
              <a:defRPr sz="6000" b="1">
                <a:solidFill>
                  <a:srgbClr val="006633"/>
                </a:solidFill>
              </a:defRPr>
            </a:pPr>
            <a:r>
              <a:rPr lang="ur-PK" sz="4000">
                <a:solidFill>
                  <a:schemeClr val="tx2"/>
                </a:solidFill>
              </a:rPr>
              <a:t>معلم القرآن - ہفتہ 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90966" y="3428999"/>
            <a:ext cx="4805691" cy="838831"/>
          </a:xfrm>
        </p:spPr>
        <p:txBody>
          <a:bodyPr anchor="b">
            <a:normAutofit/>
          </a:bodyPr>
          <a:lstStyle/>
          <a:p>
            <a:pPr algn="l">
              <a:defRPr sz="3600"/>
            </a:pPr>
            <a:r>
              <a:rPr lang="ur-PK" sz="2000">
                <a:solidFill>
                  <a:schemeClr val="tx2"/>
                </a:solidFill>
              </a:rPr>
              <a:t>یونٹ 2، سبق 13 - الف لام اور معرفہ</a:t>
            </a:r>
          </a:p>
        </p:txBody>
      </p:sp>
      <p:pic>
        <p:nvPicPr>
          <p:cNvPr id="7" name="Graphic 6" descr="Checkmark">
            <a:extLst>
              <a:ext uri="{FF2B5EF4-FFF2-40B4-BE49-F238E27FC236}">
                <a16:creationId xmlns:a16="http://schemas.microsoft.com/office/drawing/2014/main" id="{8B687B19-4D04-4557-DE95-7EFAEB1A1D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>
                <a:solidFill>
                  <a:srgbClr val="006633"/>
                </a:solidFill>
              </a:defRPr>
            </a:pPr>
            <a:r>
              <a:rPr lang="en-US" sz="36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ہفتہ وار اہداف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72200" y="804672"/>
            <a:ext cx="5221224" cy="52303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>
              <a:solidFill>
                <a:schemeClr val="tx2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800"/>
            </a:pPr>
            <a:r>
              <a:rPr lang="en-US">
                <a:solidFill>
                  <a:schemeClr val="tx2"/>
                </a:solidFill>
              </a:rPr>
              <a:t>• الف لام کی وجہ سے اسم کے معروف ہونے کا مفہوم پہچاننا۔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>
                <a:solidFill>
                  <a:srgbClr val="006633"/>
                </a:solidFill>
              </a:defRPr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نئے الفاظ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D6299968-810A-82D0-06BF-B8D70216FA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25221381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A45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book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235" y="643467"/>
            <a:ext cx="3941530" cy="557106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book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235" y="643467"/>
            <a:ext cx="3941530" cy="5571065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52</Words>
  <Application>Microsoft Office PowerPoint</Application>
  <PresentationFormat>Widescreen</PresentationFormat>
  <Paragraphs>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معلم القرآن - ہفتہ 7</vt:lpstr>
      <vt:lpstr>ہفتہ وار اہداف</vt:lpstr>
      <vt:lpstr>نئے الفاظ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Zahoor Ahmed</cp:lastModifiedBy>
  <cp:revision>2</cp:revision>
  <dcterms:created xsi:type="dcterms:W3CDTF">2013-01-27T09:14:16Z</dcterms:created>
  <dcterms:modified xsi:type="dcterms:W3CDTF">2026-09-12T07:57:40Z</dcterms:modified>
  <cp:category/>
</cp:coreProperties>
</file>