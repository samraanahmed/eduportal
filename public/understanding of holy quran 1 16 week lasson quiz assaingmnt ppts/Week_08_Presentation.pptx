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1C9EEB-3DB3-4844-9D4C-4054E498F310}" type="doc">
      <dgm:prSet loTypeId="urn:microsoft.com/office/officeart/2005/8/layout/hierarchy1" loCatId="hierarchy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80DE13C4-8944-451B-A91E-A77BD3C10684}">
      <dgm:prSet/>
      <dgm:spPr/>
      <dgm:t>
        <a:bodyPr/>
        <a:lstStyle/>
        <a:p>
          <a:r>
            <a:rPr lang="en-US"/>
            <a:t>• هٰذَا الْكِتَاب : یہ کتاب</a:t>
          </a:r>
        </a:p>
      </dgm:t>
    </dgm:pt>
    <dgm:pt modelId="{000DB1F6-A12E-4863-B305-A17E156C3E0C}" type="parTrans" cxnId="{96340B0E-285F-4AC1-B490-93560EC60662}">
      <dgm:prSet/>
      <dgm:spPr/>
      <dgm:t>
        <a:bodyPr/>
        <a:lstStyle/>
        <a:p>
          <a:endParaRPr lang="en-US"/>
        </a:p>
      </dgm:t>
    </dgm:pt>
    <dgm:pt modelId="{EFC4EC38-FA91-43A0-95A2-A030ADB0F63E}" type="sibTrans" cxnId="{96340B0E-285F-4AC1-B490-93560EC60662}">
      <dgm:prSet/>
      <dgm:spPr/>
      <dgm:t>
        <a:bodyPr/>
        <a:lstStyle/>
        <a:p>
          <a:endParaRPr lang="en-US"/>
        </a:p>
      </dgm:t>
    </dgm:pt>
    <dgm:pt modelId="{81C73805-C148-45FB-B30D-0FAB111A822B}">
      <dgm:prSet/>
      <dgm:spPr/>
      <dgm:t>
        <a:bodyPr/>
        <a:lstStyle/>
        <a:p>
          <a:r>
            <a:rPr lang="en-US"/>
            <a:t>• ذٰلِكَ الْكِتَاب : وہ کتاب</a:t>
          </a:r>
        </a:p>
      </dgm:t>
    </dgm:pt>
    <dgm:pt modelId="{B5426931-FA1B-44FC-A5C1-A843354D6925}" type="parTrans" cxnId="{DB95757C-B753-4EB1-9B07-A42E19CA4A92}">
      <dgm:prSet/>
      <dgm:spPr/>
      <dgm:t>
        <a:bodyPr/>
        <a:lstStyle/>
        <a:p>
          <a:endParaRPr lang="en-US"/>
        </a:p>
      </dgm:t>
    </dgm:pt>
    <dgm:pt modelId="{84739783-0D07-4A12-B83B-642CC7A1A6E1}" type="sibTrans" cxnId="{DB95757C-B753-4EB1-9B07-A42E19CA4A92}">
      <dgm:prSet/>
      <dgm:spPr/>
      <dgm:t>
        <a:bodyPr/>
        <a:lstStyle/>
        <a:p>
          <a:endParaRPr lang="en-US"/>
        </a:p>
      </dgm:t>
    </dgm:pt>
    <dgm:pt modelId="{A5AF0271-07F4-41FD-9DF6-E0A30341BE57}">
      <dgm:prSet/>
      <dgm:spPr/>
      <dgm:t>
        <a:bodyPr/>
        <a:lstStyle/>
        <a:p>
          <a:r>
            <a:rPr lang="en-US"/>
            <a:t>• هٰذَا الْقُرْآن : یہ قرآن</a:t>
          </a:r>
        </a:p>
      </dgm:t>
    </dgm:pt>
    <dgm:pt modelId="{183204D2-BBA2-41A5-8A50-506A77EB54B4}" type="parTrans" cxnId="{49763D36-5FA7-4837-A038-366A7CDA0EB5}">
      <dgm:prSet/>
      <dgm:spPr/>
      <dgm:t>
        <a:bodyPr/>
        <a:lstStyle/>
        <a:p>
          <a:endParaRPr lang="en-US"/>
        </a:p>
      </dgm:t>
    </dgm:pt>
    <dgm:pt modelId="{2C90067F-F7E8-41B0-A440-B13D76B6CF09}" type="sibTrans" cxnId="{49763D36-5FA7-4837-A038-366A7CDA0EB5}">
      <dgm:prSet/>
      <dgm:spPr/>
      <dgm:t>
        <a:bodyPr/>
        <a:lstStyle/>
        <a:p>
          <a:endParaRPr lang="en-US"/>
        </a:p>
      </dgm:t>
    </dgm:pt>
    <dgm:pt modelId="{0E8AD701-DE23-41EF-AC16-BC48DFFBB964}" type="pres">
      <dgm:prSet presAssocID="{CC1C9EEB-3DB3-4844-9D4C-4054E498F3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2516DC9-7E54-4532-B71C-92EE5293E27D}" type="pres">
      <dgm:prSet presAssocID="{80DE13C4-8944-451B-A91E-A77BD3C10684}" presName="hierRoot1" presStyleCnt="0"/>
      <dgm:spPr/>
    </dgm:pt>
    <dgm:pt modelId="{584AA255-1DCB-4278-B9DF-27396FEBC76F}" type="pres">
      <dgm:prSet presAssocID="{80DE13C4-8944-451B-A91E-A77BD3C10684}" presName="composite" presStyleCnt="0"/>
      <dgm:spPr/>
    </dgm:pt>
    <dgm:pt modelId="{5F2E1D24-4AE2-4304-AA3C-D49902155E03}" type="pres">
      <dgm:prSet presAssocID="{80DE13C4-8944-451B-A91E-A77BD3C10684}" presName="background" presStyleLbl="node0" presStyleIdx="0" presStyleCnt="3"/>
      <dgm:spPr/>
    </dgm:pt>
    <dgm:pt modelId="{818D4949-12D3-48B9-9D49-89A6A152702F}" type="pres">
      <dgm:prSet presAssocID="{80DE13C4-8944-451B-A91E-A77BD3C10684}" presName="text" presStyleLbl="fgAcc0" presStyleIdx="0" presStyleCnt="3">
        <dgm:presLayoutVars>
          <dgm:chPref val="3"/>
        </dgm:presLayoutVars>
      </dgm:prSet>
      <dgm:spPr/>
    </dgm:pt>
    <dgm:pt modelId="{25E9D967-D551-492E-A28D-3E87377312FE}" type="pres">
      <dgm:prSet presAssocID="{80DE13C4-8944-451B-A91E-A77BD3C10684}" presName="hierChild2" presStyleCnt="0"/>
      <dgm:spPr/>
    </dgm:pt>
    <dgm:pt modelId="{06B7AC04-C908-43A7-A6D3-0E09C2B5DFCF}" type="pres">
      <dgm:prSet presAssocID="{81C73805-C148-45FB-B30D-0FAB111A822B}" presName="hierRoot1" presStyleCnt="0"/>
      <dgm:spPr/>
    </dgm:pt>
    <dgm:pt modelId="{7F496817-7E6C-4AFB-A5FE-5B6683EF973B}" type="pres">
      <dgm:prSet presAssocID="{81C73805-C148-45FB-B30D-0FAB111A822B}" presName="composite" presStyleCnt="0"/>
      <dgm:spPr/>
    </dgm:pt>
    <dgm:pt modelId="{03489939-E06F-45BB-AD1B-7C6C669F3088}" type="pres">
      <dgm:prSet presAssocID="{81C73805-C148-45FB-B30D-0FAB111A822B}" presName="background" presStyleLbl="node0" presStyleIdx="1" presStyleCnt="3"/>
      <dgm:spPr/>
    </dgm:pt>
    <dgm:pt modelId="{13FE3CEE-036C-48E9-A86A-DEE0E923DD77}" type="pres">
      <dgm:prSet presAssocID="{81C73805-C148-45FB-B30D-0FAB111A822B}" presName="text" presStyleLbl="fgAcc0" presStyleIdx="1" presStyleCnt="3">
        <dgm:presLayoutVars>
          <dgm:chPref val="3"/>
        </dgm:presLayoutVars>
      </dgm:prSet>
      <dgm:spPr/>
    </dgm:pt>
    <dgm:pt modelId="{F1E48144-AF71-40E3-95A2-239E2265761D}" type="pres">
      <dgm:prSet presAssocID="{81C73805-C148-45FB-B30D-0FAB111A822B}" presName="hierChild2" presStyleCnt="0"/>
      <dgm:spPr/>
    </dgm:pt>
    <dgm:pt modelId="{EE8A06C5-0C62-485E-9F1A-F54CB71D2697}" type="pres">
      <dgm:prSet presAssocID="{A5AF0271-07F4-41FD-9DF6-E0A30341BE57}" presName="hierRoot1" presStyleCnt="0"/>
      <dgm:spPr/>
    </dgm:pt>
    <dgm:pt modelId="{7F9BCA3A-754E-4ECE-8A77-81DF63BB4BC6}" type="pres">
      <dgm:prSet presAssocID="{A5AF0271-07F4-41FD-9DF6-E0A30341BE57}" presName="composite" presStyleCnt="0"/>
      <dgm:spPr/>
    </dgm:pt>
    <dgm:pt modelId="{DB6D4049-A82E-4D72-A7B9-2B4B92DB631B}" type="pres">
      <dgm:prSet presAssocID="{A5AF0271-07F4-41FD-9DF6-E0A30341BE57}" presName="background" presStyleLbl="node0" presStyleIdx="2" presStyleCnt="3"/>
      <dgm:spPr/>
    </dgm:pt>
    <dgm:pt modelId="{910A14EB-ED03-41C6-AA99-50D4B977CBE5}" type="pres">
      <dgm:prSet presAssocID="{A5AF0271-07F4-41FD-9DF6-E0A30341BE57}" presName="text" presStyleLbl="fgAcc0" presStyleIdx="2" presStyleCnt="3">
        <dgm:presLayoutVars>
          <dgm:chPref val="3"/>
        </dgm:presLayoutVars>
      </dgm:prSet>
      <dgm:spPr/>
    </dgm:pt>
    <dgm:pt modelId="{32AE9D74-0347-4AA9-9B4C-313BFF86A79F}" type="pres">
      <dgm:prSet presAssocID="{A5AF0271-07F4-41FD-9DF6-E0A30341BE57}" presName="hierChild2" presStyleCnt="0"/>
      <dgm:spPr/>
    </dgm:pt>
  </dgm:ptLst>
  <dgm:cxnLst>
    <dgm:cxn modelId="{96340B0E-285F-4AC1-B490-93560EC60662}" srcId="{CC1C9EEB-3DB3-4844-9D4C-4054E498F310}" destId="{80DE13C4-8944-451B-A91E-A77BD3C10684}" srcOrd="0" destOrd="0" parTransId="{000DB1F6-A12E-4863-B305-A17E156C3E0C}" sibTransId="{EFC4EC38-FA91-43A0-95A2-A030ADB0F63E}"/>
    <dgm:cxn modelId="{727C921F-46FD-4E10-82E4-0CBBE8A70828}" type="presOf" srcId="{CC1C9EEB-3DB3-4844-9D4C-4054E498F310}" destId="{0E8AD701-DE23-41EF-AC16-BC48DFFBB964}" srcOrd="0" destOrd="0" presId="urn:microsoft.com/office/officeart/2005/8/layout/hierarchy1"/>
    <dgm:cxn modelId="{49763D36-5FA7-4837-A038-366A7CDA0EB5}" srcId="{CC1C9EEB-3DB3-4844-9D4C-4054E498F310}" destId="{A5AF0271-07F4-41FD-9DF6-E0A30341BE57}" srcOrd="2" destOrd="0" parTransId="{183204D2-BBA2-41A5-8A50-506A77EB54B4}" sibTransId="{2C90067F-F7E8-41B0-A440-B13D76B6CF09}"/>
    <dgm:cxn modelId="{7C424B5B-A87F-485C-8282-28134BFE5B96}" type="presOf" srcId="{A5AF0271-07F4-41FD-9DF6-E0A30341BE57}" destId="{910A14EB-ED03-41C6-AA99-50D4B977CBE5}" srcOrd="0" destOrd="0" presId="urn:microsoft.com/office/officeart/2005/8/layout/hierarchy1"/>
    <dgm:cxn modelId="{DB95757C-B753-4EB1-9B07-A42E19CA4A92}" srcId="{CC1C9EEB-3DB3-4844-9D4C-4054E498F310}" destId="{81C73805-C148-45FB-B30D-0FAB111A822B}" srcOrd="1" destOrd="0" parTransId="{B5426931-FA1B-44FC-A5C1-A843354D6925}" sibTransId="{84739783-0D07-4A12-B83B-642CC7A1A6E1}"/>
    <dgm:cxn modelId="{9DAFBECF-20B6-4894-BB93-EAD57BFC064B}" type="presOf" srcId="{81C73805-C148-45FB-B30D-0FAB111A822B}" destId="{13FE3CEE-036C-48E9-A86A-DEE0E923DD77}" srcOrd="0" destOrd="0" presId="urn:microsoft.com/office/officeart/2005/8/layout/hierarchy1"/>
    <dgm:cxn modelId="{CED082EA-398A-4B91-BE70-D2F1822FEBA8}" type="presOf" srcId="{80DE13C4-8944-451B-A91E-A77BD3C10684}" destId="{818D4949-12D3-48B9-9D49-89A6A152702F}" srcOrd="0" destOrd="0" presId="urn:microsoft.com/office/officeart/2005/8/layout/hierarchy1"/>
    <dgm:cxn modelId="{77C0298C-1A5A-4401-B411-F9AD0D523953}" type="presParOf" srcId="{0E8AD701-DE23-41EF-AC16-BC48DFFBB964}" destId="{12516DC9-7E54-4532-B71C-92EE5293E27D}" srcOrd="0" destOrd="0" presId="urn:microsoft.com/office/officeart/2005/8/layout/hierarchy1"/>
    <dgm:cxn modelId="{BA97A0C8-C512-485F-8DFD-8B7B72D0DF77}" type="presParOf" srcId="{12516DC9-7E54-4532-B71C-92EE5293E27D}" destId="{584AA255-1DCB-4278-B9DF-27396FEBC76F}" srcOrd="0" destOrd="0" presId="urn:microsoft.com/office/officeart/2005/8/layout/hierarchy1"/>
    <dgm:cxn modelId="{27F7E9CA-3803-4C58-9507-B001B62D6676}" type="presParOf" srcId="{584AA255-1DCB-4278-B9DF-27396FEBC76F}" destId="{5F2E1D24-4AE2-4304-AA3C-D49902155E03}" srcOrd="0" destOrd="0" presId="urn:microsoft.com/office/officeart/2005/8/layout/hierarchy1"/>
    <dgm:cxn modelId="{C27EC208-3A03-450E-9DA5-8CE078EC5292}" type="presParOf" srcId="{584AA255-1DCB-4278-B9DF-27396FEBC76F}" destId="{818D4949-12D3-48B9-9D49-89A6A152702F}" srcOrd="1" destOrd="0" presId="urn:microsoft.com/office/officeart/2005/8/layout/hierarchy1"/>
    <dgm:cxn modelId="{4768B8A8-AB19-46B9-B61D-0264D63B2BBA}" type="presParOf" srcId="{12516DC9-7E54-4532-B71C-92EE5293E27D}" destId="{25E9D967-D551-492E-A28D-3E87377312FE}" srcOrd="1" destOrd="0" presId="urn:microsoft.com/office/officeart/2005/8/layout/hierarchy1"/>
    <dgm:cxn modelId="{C2B421A4-7893-4848-B969-871515F0512F}" type="presParOf" srcId="{0E8AD701-DE23-41EF-AC16-BC48DFFBB964}" destId="{06B7AC04-C908-43A7-A6D3-0E09C2B5DFCF}" srcOrd="1" destOrd="0" presId="urn:microsoft.com/office/officeart/2005/8/layout/hierarchy1"/>
    <dgm:cxn modelId="{DBD41F11-9EA2-4573-9D83-E6EFCED6B8FA}" type="presParOf" srcId="{06B7AC04-C908-43A7-A6D3-0E09C2B5DFCF}" destId="{7F496817-7E6C-4AFB-A5FE-5B6683EF973B}" srcOrd="0" destOrd="0" presId="urn:microsoft.com/office/officeart/2005/8/layout/hierarchy1"/>
    <dgm:cxn modelId="{BA768573-578D-4AD2-8607-4325189603F5}" type="presParOf" srcId="{7F496817-7E6C-4AFB-A5FE-5B6683EF973B}" destId="{03489939-E06F-45BB-AD1B-7C6C669F3088}" srcOrd="0" destOrd="0" presId="urn:microsoft.com/office/officeart/2005/8/layout/hierarchy1"/>
    <dgm:cxn modelId="{EB1CBC59-4472-49B3-BFFE-C27F98EEE855}" type="presParOf" srcId="{7F496817-7E6C-4AFB-A5FE-5B6683EF973B}" destId="{13FE3CEE-036C-48E9-A86A-DEE0E923DD77}" srcOrd="1" destOrd="0" presId="urn:microsoft.com/office/officeart/2005/8/layout/hierarchy1"/>
    <dgm:cxn modelId="{FCE12B1D-E655-4F79-A50F-798F0B91BB98}" type="presParOf" srcId="{06B7AC04-C908-43A7-A6D3-0E09C2B5DFCF}" destId="{F1E48144-AF71-40E3-95A2-239E2265761D}" srcOrd="1" destOrd="0" presId="urn:microsoft.com/office/officeart/2005/8/layout/hierarchy1"/>
    <dgm:cxn modelId="{A1D89F87-6B05-491B-8884-41A1306FA862}" type="presParOf" srcId="{0E8AD701-DE23-41EF-AC16-BC48DFFBB964}" destId="{EE8A06C5-0C62-485E-9F1A-F54CB71D2697}" srcOrd="2" destOrd="0" presId="urn:microsoft.com/office/officeart/2005/8/layout/hierarchy1"/>
    <dgm:cxn modelId="{B0ED9D20-F44B-475A-9D25-8345E7D20DB5}" type="presParOf" srcId="{EE8A06C5-0C62-485E-9F1A-F54CB71D2697}" destId="{7F9BCA3A-754E-4ECE-8A77-81DF63BB4BC6}" srcOrd="0" destOrd="0" presId="urn:microsoft.com/office/officeart/2005/8/layout/hierarchy1"/>
    <dgm:cxn modelId="{2E6D8502-845D-48A2-8A0F-C828CF4FDBBF}" type="presParOf" srcId="{7F9BCA3A-754E-4ECE-8A77-81DF63BB4BC6}" destId="{DB6D4049-A82E-4D72-A7B9-2B4B92DB631B}" srcOrd="0" destOrd="0" presId="urn:microsoft.com/office/officeart/2005/8/layout/hierarchy1"/>
    <dgm:cxn modelId="{AAE74EF9-3094-405C-900E-83563CEB816B}" type="presParOf" srcId="{7F9BCA3A-754E-4ECE-8A77-81DF63BB4BC6}" destId="{910A14EB-ED03-41C6-AA99-50D4B977CBE5}" srcOrd="1" destOrd="0" presId="urn:microsoft.com/office/officeart/2005/8/layout/hierarchy1"/>
    <dgm:cxn modelId="{5531E4BB-A1AA-4FEE-A03E-40F4BB997207}" type="presParOf" srcId="{EE8A06C5-0C62-485E-9F1A-F54CB71D2697}" destId="{32AE9D74-0347-4AA9-9B4C-313BFF86A7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E1D24-4AE2-4304-AA3C-D49902155E03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D4949-12D3-48B9-9D49-89A6A152702F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• هٰذَا الْكِتَاب : یہ کتاب</a:t>
          </a:r>
        </a:p>
      </dsp:txBody>
      <dsp:txXfrm>
        <a:off x="398656" y="1088253"/>
        <a:ext cx="2959127" cy="1837317"/>
      </dsp:txXfrm>
    </dsp:sp>
    <dsp:sp modelId="{03489939-E06F-45BB-AD1B-7C6C669F3088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E3CEE-036C-48E9-A86A-DEE0E923DD77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• ذٰلِكَ الْكِتَاب : وہ کتاب</a:t>
          </a:r>
        </a:p>
      </dsp:txBody>
      <dsp:txXfrm>
        <a:off x="4155097" y="1088253"/>
        <a:ext cx="2959127" cy="1837317"/>
      </dsp:txXfrm>
    </dsp:sp>
    <dsp:sp modelId="{DB6D4049-A82E-4D72-A7B9-2B4B92DB631B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A14EB-ED03-41C6-AA99-50D4B977CBE5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• هٰذَا الْقُرْآن : یہ قرآن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672" y="1055098"/>
            <a:ext cx="5760719" cy="4747805"/>
          </a:xfrm>
        </p:spPr>
        <p:txBody>
          <a:bodyPr anchor="ctr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42357" y="1638300"/>
            <a:ext cx="3330531" cy="3581400"/>
          </a:xfrm>
        </p:spPr>
        <p:txBody>
          <a:bodyPr anchor="ctr">
            <a:normAutofit/>
          </a:bodyPr>
          <a:lstStyle/>
          <a:p>
            <a:pPr algn="l">
              <a:defRPr sz="3600"/>
            </a:pPr>
            <a:r>
              <a:rPr lang="ur-PK" sz="3600">
                <a:solidFill>
                  <a:schemeClr val="tx2"/>
                </a:solidFill>
              </a:rPr>
              <a:t>یونٹ 2، سبق 14-15 - اسمائے اشارہ ہٰذَا اور ذٰلِكَ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 sz="2000"/>
              <a:t>• قریب اور دور مذکر کے لیے اسمائے اشارہ درست استعمال کرنا۔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B7C3E24-9E6C-F6D2-4B1F-FE6C3B7061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960215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معلم القرآن - ہفتہ 8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2026-09-12T07:58:26Z</dcterms:modified>
  <cp:category/>
</cp:coreProperties>
</file>