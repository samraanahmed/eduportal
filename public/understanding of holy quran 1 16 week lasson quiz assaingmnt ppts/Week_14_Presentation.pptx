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3، سبق 3-4 - صفت کے ساتھ حروف جر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D87BB59A-512C-14D7-9FEC-CB1B973B1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حروف جر کے ساتھ صفت و موصوف کا ترجمہ کرنا۔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فِي جَنَّةٍ عَالِيَة : بلند جنت میں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عَلَى صِرَاطٍ مُسْتَقِيم : سیدھے راستے پر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14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2026-09-12T08:02:26Z</dcterms:modified>
  <cp:category/>
</cp:coreProperties>
</file>